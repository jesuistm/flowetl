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6072188" cy="2538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>
        <p:scale>
          <a:sx n="100" d="100"/>
          <a:sy n="100" d="100"/>
        </p:scale>
        <p:origin x="1982" y="9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9024" y="415430"/>
            <a:ext cx="4554141" cy="883744"/>
          </a:xfrm>
        </p:spPr>
        <p:txBody>
          <a:bodyPr anchor="b"/>
          <a:lstStyle>
            <a:lvl1pPr algn="ctr">
              <a:defRPr sz="222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024" y="1333255"/>
            <a:ext cx="4554141" cy="612862"/>
          </a:xfrm>
        </p:spPr>
        <p:txBody>
          <a:bodyPr/>
          <a:lstStyle>
            <a:lvl1pPr marL="0" indent="0" algn="ctr">
              <a:buNone/>
              <a:defRPr sz="888"/>
            </a:lvl1pPr>
            <a:lvl2pPr marL="169210" indent="0" algn="ctr">
              <a:buNone/>
              <a:defRPr sz="740"/>
            </a:lvl2pPr>
            <a:lvl3pPr marL="338419" indent="0" algn="ctr">
              <a:buNone/>
              <a:defRPr sz="666"/>
            </a:lvl3pPr>
            <a:lvl4pPr marL="507629" indent="0" algn="ctr">
              <a:buNone/>
              <a:defRPr sz="592"/>
            </a:lvl4pPr>
            <a:lvl5pPr marL="676839" indent="0" algn="ctr">
              <a:buNone/>
              <a:defRPr sz="592"/>
            </a:lvl5pPr>
            <a:lvl6pPr marL="846049" indent="0" algn="ctr">
              <a:buNone/>
              <a:defRPr sz="592"/>
            </a:lvl6pPr>
            <a:lvl7pPr marL="1015258" indent="0" algn="ctr">
              <a:buNone/>
              <a:defRPr sz="592"/>
            </a:lvl7pPr>
            <a:lvl8pPr marL="1184468" indent="0" algn="ctr">
              <a:buNone/>
              <a:defRPr sz="592"/>
            </a:lvl8pPr>
            <a:lvl9pPr marL="1353678" indent="0" algn="ctr">
              <a:buNone/>
              <a:defRPr sz="59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56DB-A845-4568-8C3A-CE24D1FC2F8C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68CD7-F854-4AFB-BCD3-4250EBFF7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916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56DB-A845-4568-8C3A-CE24D1FC2F8C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68CD7-F854-4AFB-BCD3-4250EBFF7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521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300" y="632841"/>
            <a:ext cx="5237262" cy="1055909"/>
          </a:xfrm>
        </p:spPr>
        <p:txBody>
          <a:bodyPr anchor="b"/>
          <a:lstStyle>
            <a:lvl1pPr>
              <a:defRPr sz="222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300" y="1698739"/>
            <a:ext cx="5237262" cy="555278"/>
          </a:xfrm>
        </p:spPr>
        <p:txBody>
          <a:bodyPr/>
          <a:lstStyle>
            <a:lvl1pPr marL="0" indent="0">
              <a:buNone/>
              <a:defRPr sz="888">
                <a:solidFill>
                  <a:schemeClr val="tx1">
                    <a:tint val="82000"/>
                  </a:schemeClr>
                </a:solidFill>
              </a:defRPr>
            </a:lvl1pPr>
            <a:lvl2pPr marL="169210" indent="0">
              <a:buNone/>
              <a:defRPr sz="740">
                <a:solidFill>
                  <a:schemeClr val="tx1">
                    <a:tint val="82000"/>
                  </a:schemeClr>
                </a:solidFill>
              </a:defRPr>
            </a:lvl2pPr>
            <a:lvl3pPr marL="338419" indent="0">
              <a:buNone/>
              <a:defRPr sz="666">
                <a:solidFill>
                  <a:schemeClr val="tx1">
                    <a:tint val="82000"/>
                  </a:schemeClr>
                </a:solidFill>
              </a:defRPr>
            </a:lvl3pPr>
            <a:lvl4pPr marL="50762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4pPr>
            <a:lvl5pPr marL="67683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5pPr>
            <a:lvl6pPr marL="84604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6pPr>
            <a:lvl7pPr marL="101525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7pPr>
            <a:lvl8pPr marL="118446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8pPr>
            <a:lvl9pPr marL="135367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56DB-A845-4568-8C3A-CE24D1FC2F8C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68CD7-F854-4AFB-BCD3-4250EBFF7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960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463" y="675735"/>
            <a:ext cx="2580680" cy="1610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4045" y="675735"/>
            <a:ext cx="2580680" cy="1610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56DB-A845-4568-8C3A-CE24D1FC2F8C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68CD7-F854-4AFB-BCD3-4250EBFF7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131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254" y="135147"/>
            <a:ext cx="5237262" cy="49064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254" y="622264"/>
            <a:ext cx="2568820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254" y="927226"/>
            <a:ext cx="2568820" cy="136381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4045" y="622264"/>
            <a:ext cx="2581471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4045" y="927226"/>
            <a:ext cx="2581471" cy="136381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56DB-A845-4568-8C3A-CE24D1FC2F8C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68CD7-F854-4AFB-BCD3-4250EBFF7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215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56DB-A845-4568-8C3A-CE24D1FC2F8C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68CD7-F854-4AFB-BCD3-4250EBFF7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16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56DB-A845-4568-8C3A-CE24D1FC2F8C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68CD7-F854-4AFB-BCD3-4250EBFF7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281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254" y="169228"/>
            <a:ext cx="1958439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1471" y="365485"/>
            <a:ext cx="3074045" cy="1803918"/>
          </a:xfrm>
        </p:spPr>
        <p:txBody>
          <a:bodyPr/>
          <a:lstStyle>
            <a:lvl1pPr>
              <a:defRPr sz="1184"/>
            </a:lvl1pPr>
            <a:lvl2pPr>
              <a:defRPr sz="1036"/>
            </a:lvl2pPr>
            <a:lvl3pPr>
              <a:defRPr sz="888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254" y="761524"/>
            <a:ext cx="1958439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56DB-A845-4568-8C3A-CE24D1FC2F8C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68CD7-F854-4AFB-BCD3-4250EBFF7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955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254" y="169228"/>
            <a:ext cx="1958439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1471" y="365485"/>
            <a:ext cx="3074045" cy="1803918"/>
          </a:xfrm>
        </p:spPr>
        <p:txBody>
          <a:bodyPr anchor="t"/>
          <a:lstStyle>
            <a:lvl1pPr marL="0" indent="0">
              <a:buNone/>
              <a:defRPr sz="1184"/>
            </a:lvl1pPr>
            <a:lvl2pPr marL="169210" indent="0">
              <a:buNone/>
              <a:defRPr sz="1036"/>
            </a:lvl2pPr>
            <a:lvl3pPr marL="338419" indent="0">
              <a:buNone/>
              <a:defRPr sz="888"/>
            </a:lvl3pPr>
            <a:lvl4pPr marL="507629" indent="0">
              <a:buNone/>
              <a:defRPr sz="740"/>
            </a:lvl4pPr>
            <a:lvl5pPr marL="676839" indent="0">
              <a:buNone/>
              <a:defRPr sz="740"/>
            </a:lvl5pPr>
            <a:lvl6pPr marL="846049" indent="0">
              <a:buNone/>
              <a:defRPr sz="740"/>
            </a:lvl6pPr>
            <a:lvl7pPr marL="1015258" indent="0">
              <a:buNone/>
              <a:defRPr sz="740"/>
            </a:lvl7pPr>
            <a:lvl8pPr marL="1184468" indent="0">
              <a:buNone/>
              <a:defRPr sz="740"/>
            </a:lvl8pPr>
            <a:lvl9pPr marL="1353678" indent="0">
              <a:buNone/>
              <a:defRPr sz="74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254" y="761524"/>
            <a:ext cx="1958439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56DB-A845-4568-8C3A-CE24D1FC2F8C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68CD7-F854-4AFB-BCD3-4250EBFF7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27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56DB-A845-4568-8C3A-CE24D1FC2F8C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68CD7-F854-4AFB-BCD3-4250EBFF7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01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5409" y="135147"/>
            <a:ext cx="1309316" cy="215118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463" y="135147"/>
            <a:ext cx="3852044" cy="215118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56DB-A845-4568-8C3A-CE24D1FC2F8C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68CD7-F854-4AFB-BCD3-4250EBFF7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58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463" y="135147"/>
            <a:ext cx="5237262" cy="490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463" y="675735"/>
            <a:ext cx="5237262" cy="161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463" y="2352733"/>
            <a:ext cx="1366242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756DB-A845-4568-8C3A-CE24D1FC2F8C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1413" y="2352733"/>
            <a:ext cx="2049363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8483" y="2352733"/>
            <a:ext cx="1366242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68CD7-F854-4AFB-BCD3-4250EBFF7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133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38419" rtl="0" eaLnBrk="1" latinLnBrk="0" hangingPunct="1">
        <a:lnSpc>
          <a:spcPct val="90000"/>
        </a:lnSpc>
        <a:spcBef>
          <a:spcPct val="0"/>
        </a:spcBef>
        <a:buNone/>
        <a:defRPr sz="16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605" indent="-84605" algn="l" defTabSz="338419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036" kern="1200">
          <a:solidFill>
            <a:schemeClr val="tx1"/>
          </a:solidFill>
          <a:latin typeface="+mn-lt"/>
          <a:ea typeface="+mn-ea"/>
          <a:cs typeface="+mn-cs"/>
        </a:defRPr>
      </a:lvl1pPr>
      <a:lvl2pPr marL="253815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2pPr>
      <a:lvl3pPr marL="42302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9223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76144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93065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9986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26907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43828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1pPr>
      <a:lvl2pPr marL="16921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2pPr>
      <a:lvl3pPr marL="33841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3pPr>
      <a:lvl4pPr marL="50762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67683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84604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1525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18446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35367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 descr="Table outline">
            <a:extLst>
              <a:ext uri="{FF2B5EF4-FFF2-40B4-BE49-F238E27FC236}">
                <a16:creationId xmlns:a16="http://schemas.microsoft.com/office/drawing/2014/main" id="{EEE6FC92-025C-35B0-9C24-B98DBB7A3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3376" y="430999"/>
            <a:ext cx="302653" cy="302653"/>
          </a:xfrm>
          <a:prstGeom prst="rect">
            <a:avLst/>
          </a:prstGeom>
        </p:spPr>
      </p:pic>
      <p:pic>
        <p:nvPicPr>
          <p:cNvPr id="28" name="Graphic 27" descr="User outline">
            <a:extLst>
              <a:ext uri="{FF2B5EF4-FFF2-40B4-BE49-F238E27FC236}">
                <a16:creationId xmlns:a16="http://schemas.microsoft.com/office/drawing/2014/main" id="{BBA6A000-4E36-4443-48F6-1B0742A83A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775" y="1451203"/>
            <a:ext cx="276273" cy="276273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D10FF52B-7CFB-6D47-C976-5535BEDF3822}"/>
              </a:ext>
            </a:extLst>
          </p:cNvPr>
          <p:cNvGrpSpPr/>
          <p:nvPr/>
        </p:nvGrpSpPr>
        <p:grpSpPr>
          <a:xfrm>
            <a:off x="866528" y="123343"/>
            <a:ext cx="450758" cy="688468"/>
            <a:chOff x="5135880" y="945300"/>
            <a:chExt cx="629640" cy="944460"/>
          </a:xfrm>
        </p:grpSpPr>
        <p:pic>
          <p:nvPicPr>
            <p:cNvPr id="30" name="Graphic 29" descr="Table outline">
              <a:extLst>
                <a:ext uri="{FF2B5EF4-FFF2-40B4-BE49-F238E27FC236}">
                  <a16:creationId xmlns:a16="http://schemas.microsoft.com/office/drawing/2014/main" id="{52723824-9675-BEDC-FCF6-BDE74FD63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35880" y="945300"/>
              <a:ext cx="629640" cy="629640"/>
            </a:xfrm>
            <a:prstGeom prst="rect">
              <a:avLst/>
            </a:prstGeom>
          </p:spPr>
        </p:pic>
        <p:pic>
          <p:nvPicPr>
            <p:cNvPr id="31" name="Graphic 30" descr="Table outline">
              <a:extLst>
                <a:ext uri="{FF2B5EF4-FFF2-40B4-BE49-F238E27FC236}">
                  <a16:creationId xmlns:a16="http://schemas.microsoft.com/office/drawing/2014/main" id="{58A6DB57-87D6-B9C9-401D-BE2D163F4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35880" y="1260120"/>
              <a:ext cx="629640" cy="629640"/>
            </a:xfrm>
            <a:prstGeom prst="rect">
              <a:avLst/>
            </a:prstGeom>
          </p:spPr>
        </p:pic>
      </p:grpSp>
      <p:pic>
        <p:nvPicPr>
          <p:cNvPr id="36" name="Graphic 35" descr="Document outline">
            <a:extLst>
              <a:ext uri="{FF2B5EF4-FFF2-40B4-BE49-F238E27FC236}">
                <a16:creationId xmlns:a16="http://schemas.microsoft.com/office/drawing/2014/main" id="{79C1FBCF-D44C-7955-FA0B-43B0F1D4EC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21571" y="401206"/>
            <a:ext cx="302653" cy="302653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2372FD5-0162-119C-5C21-ED808C1C31C8}"/>
              </a:ext>
            </a:extLst>
          </p:cNvPr>
          <p:cNvCxnSpPr>
            <a:cxnSpLocks/>
            <a:stCxn id="36" idx="3"/>
            <a:endCxn id="49" idx="1"/>
          </p:cNvCxnSpPr>
          <p:nvPr/>
        </p:nvCxnSpPr>
        <p:spPr>
          <a:xfrm>
            <a:off x="1624224" y="552528"/>
            <a:ext cx="677913" cy="8902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9" name="Graphic 48" descr="Document outline">
            <a:extLst>
              <a:ext uri="{FF2B5EF4-FFF2-40B4-BE49-F238E27FC236}">
                <a16:creationId xmlns:a16="http://schemas.microsoft.com/office/drawing/2014/main" id="{9377134B-697A-D3F9-C186-313A6FFF1D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02138" y="410108"/>
            <a:ext cx="302653" cy="302653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F982C97-5AED-C0A8-B29D-608F374C5713}"/>
              </a:ext>
            </a:extLst>
          </p:cNvPr>
          <p:cNvCxnSpPr>
            <a:cxnSpLocks/>
            <a:stCxn id="26" idx="3"/>
            <a:endCxn id="52" idx="1"/>
          </p:cNvCxnSpPr>
          <p:nvPr/>
        </p:nvCxnSpPr>
        <p:spPr>
          <a:xfrm>
            <a:off x="2896029" y="582326"/>
            <a:ext cx="645869" cy="1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A2DE468-AF72-DCEE-4ED5-1FD16B00F1C6}"/>
              </a:ext>
            </a:extLst>
          </p:cNvPr>
          <p:cNvSpPr/>
          <p:nvPr/>
        </p:nvSpPr>
        <p:spPr>
          <a:xfrm>
            <a:off x="3541893" y="474600"/>
            <a:ext cx="518358" cy="2154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EDE3BD-4447-F4E4-9E5E-1C73B38AEDE4}"/>
              </a:ext>
            </a:extLst>
          </p:cNvPr>
          <p:cNvSpPr txBox="1"/>
          <p:nvPr/>
        </p:nvSpPr>
        <p:spPr>
          <a:xfrm>
            <a:off x="3541892" y="474600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Planner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B52BEB1-F781-ABEB-8799-DF4DE8DD1CAD}"/>
              </a:ext>
            </a:extLst>
          </p:cNvPr>
          <p:cNvSpPr/>
          <p:nvPr/>
        </p:nvSpPr>
        <p:spPr>
          <a:xfrm>
            <a:off x="4738233" y="480372"/>
            <a:ext cx="518358" cy="2154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7CA949-635F-0B64-779B-1466778866C1}"/>
              </a:ext>
            </a:extLst>
          </p:cNvPr>
          <p:cNvSpPr txBox="1"/>
          <p:nvPr/>
        </p:nvSpPr>
        <p:spPr>
          <a:xfrm>
            <a:off x="4704709" y="474600"/>
            <a:ext cx="5854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Validator</a:t>
            </a:r>
          </a:p>
        </p:txBody>
      </p: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8AE86AD3-F6DE-7321-6143-F629E6A07DCA}"/>
              </a:ext>
            </a:extLst>
          </p:cNvPr>
          <p:cNvCxnSpPr>
            <a:stCxn id="52" idx="2"/>
            <a:endCxn id="54" idx="2"/>
          </p:cNvCxnSpPr>
          <p:nvPr/>
        </p:nvCxnSpPr>
        <p:spPr>
          <a:xfrm rot="16200000" flipH="1">
            <a:off x="4393965" y="86597"/>
            <a:ext cx="12700" cy="1206894"/>
          </a:xfrm>
          <a:prstGeom prst="curvedConnector3">
            <a:avLst>
              <a:gd name="adj1" fmla="val 180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4B8C3FCD-00B7-9A90-5717-12C7E16D2451}"/>
              </a:ext>
            </a:extLst>
          </p:cNvPr>
          <p:cNvCxnSpPr>
            <a:cxnSpLocks/>
            <a:stCxn id="54" idx="0"/>
            <a:endCxn id="52" idx="0"/>
          </p:cNvCxnSpPr>
          <p:nvPr/>
        </p:nvCxnSpPr>
        <p:spPr>
          <a:xfrm rot="16200000" flipV="1">
            <a:off x="4393965" y="-128847"/>
            <a:ext cx="12700" cy="1206894"/>
          </a:xfrm>
          <a:prstGeom prst="curvedConnector3">
            <a:avLst>
              <a:gd name="adj1" fmla="val 180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Graphic 65" descr="CheckList outline">
            <a:extLst>
              <a:ext uri="{FF2B5EF4-FFF2-40B4-BE49-F238E27FC236}">
                <a16:creationId xmlns:a16="http://schemas.microsoft.com/office/drawing/2014/main" id="{E636940D-64B4-C5E0-3656-11DED1D50F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3135" y="1390996"/>
            <a:ext cx="367477" cy="367477"/>
          </a:xfrm>
          <a:prstGeom prst="rect">
            <a:avLst/>
          </a:prstGeom>
        </p:spPr>
      </p:pic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BCB7F67-7E6F-DDA8-C10A-B97BC5932043}"/>
              </a:ext>
            </a:extLst>
          </p:cNvPr>
          <p:cNvCxnSpPr>
            <a:cxnSpLocks/>
            <a:stCxn id="52" idx="2"/>
            <a:endCxn id="66" idx="0"/>
          </p:cNvCxnSpPr>
          <p:nvPr/>
        </p:nvCxnSpPr>
        <p:spPr>
          <a:xfrm>
            <a:off x="3790518" y="690044"/>
            <a:ext cx="6350" cy="700946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9398D5E-5474-762D-06F1-62F778DEC21C}"/>
              </a:ext>
            </a:extLst>
          </p:cNvPr>
          <p:cNvSpPr/>
          <p:nvPr/>
        </p:nvSpPr>
        <p:spPr>
          <a:xfrm>
            <a:off x="2217437" y="1175145"/>
            <a:ext cx="1039638" cy="21544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6A2F2CA-8473-4E7F-D408-6500388EC87B}"/>
              </a:ext>
            </a:extLst>
          </p:cNvPr>
          <p:cNvSpPr txBox="1"/>
          <p:nvPr/>
        </p:nvSpPr>
        <p:spPr>
          <a:xfrm>
            <a:off x="2192023" y="1166627"/>
            <a:ext cx="1100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Reporter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6EDFD85-B486-298A-E830-E86EB6FFAC46}"/>
              </a:ext>
            </a:extLst>
          </p:cNvPr>
          <p:cNvCxnSpPr>
            <a:cxnSpLocks/>
            <a:stCxn id="26" idx="2"/>
            <a:endCxn id="79" idx="0"/>
          </p:cNvCxnSpPr>
          <p:nvPr/>
        </p:nvCxnSpPr>
        <p:spPr>
          <a:xfrm flipH="1">
            <a:off x="2742080" y="733647"/>
            <a:ext cx="2623" cy="432980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9" name="Graphic 88" descr="Badge Tick with solid fill">
            <a:extLst>
              <a:ext uri="{FF2B5EF4-FFF2-40B4-BE49-F238E27FC236}">
                <a16:creationId xmlns:a16="http://schemas.microsoft.com/office/drawing/2014/main" id="{93723491-5380-ACE7-5F67-3605DDC401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21324" y="1866932"/>
            <a:ext cx="232971" cy="232971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8047F8AF-95E9-58E8-F51B-08A81C8AEEF5}"/>
              </a:ext>
            </a:extLst>
          </p:cNvPr>
          <p:cNvGrpSpPr/>
          <p:nvPr/>
        </p:nvGrpSpPr>
        <p:grpSpPr>
          <a:xfrm>
            <a:off x="2559841" y="1921194"/>
            <a:ext cx="381272" cy="617219"/>
            <a:chOff x="5135880" y="945300"/>
            <a:chExt cx="629640" cy="944460"/>
          </a:xfrm>
        </p:grpSpPr>
        <p:pic>
          <p:nvPicPr>
            <p:cNvPr id="91" name="Graphic 90" descr="Table outline">
              <a:extLst>
                <a:ext uri="{FF2B5EF4-FFF2-40B4-BE49-F238E27FC236}">
                  <a16:creationId xmlns:a16="http://schemas.microsoft.com/office/drawing/2014/main" id="{C60AF229-CE5E-4FAF-4986-97CE212B3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35880" y="945300"/>
              <a:ext cx="629640" cy="629640"/>
            </a:xfrm>
            <a:prstGeom prst="rect">
              <a:avLst/>
            </a:prstGeom>
          </p:spPr>
        </p:pic>
        <p:pic>
          <p:nvPicPr>
            <p:cNvPr id="92" name="Graphic 91" descr="Table outline">
              <a:extLst>
                <a:ext uri="{FF2B5EF4-FFF2-40B4-BE49-F238E27FC236}">
                  <a16:creationId xmlns:a16="http://schemas.microsoft.com/office/drawing/2014/main" id="{7728B3B5-67C0-4C46-DA11-958AA540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35880" y="1260120"/>
              <a:ext cx="629640" cy="629640"/>
            </a:xfrm>
            <a:prstGeom prst="rect">
              <a:avLst/>
            </a:prstGeom>
          </p:spPr>
        </p:pic>
      </p:grp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B48B2A94-1152-A363-AC8D-A95ADA4DD0BB}"/>
              </a:ext>
            </a:extLst>
          </p:cNvPr>
          <p:cNvCxnSpPr>
            <a:cxnSpLocks/>
            <a:stCxn id="66" idx="2"/>
            <a:endCxn id="92" idx="3"/>
          </p:cNvCxnSpPr>
          <p:nvPr/>
        </p:nvCxnSpPr>
        <p:spPr>
          <a:xfrm rot="5400000">
            <a:off x="3081897" y="1617696"/>
            <a:ext cx="574201" cy="855755"/>
          </a:xfrm>
          <a:prstGeom prst="bentConnector2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39024F2-A363-33A7-C9FB-4EE8F74F3CB9}"/>
              </a:ext>
            </a:extLst>
          </p:cNvPr>
          <p:cNvCxnSpPr>
            <a:cxnSpLocks/>
            <a:stCxn id="91" idx="0"/>
            <a:endCxn id="79" idx="2"/>
          </p:cNvCxnSpPr>
          <p:nvPr/>
        </p:nvCxnSpPr>
        <p:spPr>
          <a:xfrm flipH="1" flipV="1">
            <a:off x="2742080" y="1382077"/>
            <a:ext cx="8403" cy="53911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82F61C1C-57EE-D0D1-F4D3-B35D58607296}"/>
              </a:ext>
            </a:extLst>
          </p:cNvPr>
          <p:cNvCxnSpPr>
            <a:cxnSpLocks/>
            <a:stCxn id="28" idx="0"/>
            <a:endCxn id="31" idx="2"/>
          </p:cNvCxnSpPr>
          <p:nvPr/>
        </p:nvCxnSpPr>
        <p:spPr>
          <a:xfrm flipV="1">
            <a:off x="1091907" y="811811"/>
            <a:ext cx="0" cy="639386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9D5ACF3A-8B43-C699-DBA7-3C0FA4B4F6E1}"/>
              </a:ext>
            </a:extLst>
          </p:cNvPr>
          <p:cNvCxnSpPr>
            <a:cxnSpLocks/>
            <a:stCxn id="79" idx="1"/>
            <a:endCxn id="28" idx="3"/>
          </p:cNvCxnSpPr>
          <p:nvPr/>
        </p:nvCxnSpPr>
        <p:spPr>
          <a:xfrm rot="10800000" flipV="1">
            <a:off x="1230049" y="1274354"/>
            <a:ext cx="961975" cy="314985"/>
          </a:xfrm>
          <a:prstGeom prst="bentConnector3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9728FB90-641D-A45C-EA83-B93C4A088642}"/>
              </a:ext>
            </a:extLst>
          </p:cNvPr>
          <p:cNvCxnSpPr>
            <a:cxnSpLocks/>
            <a:stCxn id="92" idx="1"/>
            <a:endCxn id="28" idx="3"/>
          </p:cNvCxnSpPr>
          <p:nvPr/>
        </p:nvCxnSpPr>
        <p:spPr>
          <a:xfrm rot="10800000">
            <a:off x="1230043" y="1589334"/>
            <a:ext cx="1329798" cy="743334"/>
          </a:xfrm>
          <a:prstGeom prst="bentConnector3">
            <a:avLst>
              <a:gd name="adj1" fmla="val 64134"/>
            </a:avLst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4" name="Graphic 163" descr="Badge Cross with solid fill">
            <a:extLst>
              <a:ext uri="{FF2B5EF4-FFF2-40B4-BE49-F238E27FC236}">
                <a16:creationId xmlns:a16="http://schemas.microsoft.com/office/drawing/2014/main" id="{7868222B-2FAC-DF74-AB50-0FEA5EF4D27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91291" y="111918"/>
            <a:ext cx="215428" cy="215428"/>
          </a:xfrm>
          <a:prstGeom prst="rect">
            <a:avLst/>
          </a:prstGeom>
        </p:spPr>
      </p:pic>
      <p:sp>
        <p:nvSpPr>
          <p:cNvPr id="194" name="TextBox 193">
            <a:extLst>
              <a:ext uri="{FF2B5EF4-FFF2-40B4-BE49-F238E27FC236}">
                <a16:creationId xmlns:a16="http://schemas.microsoft.com/office/drawing/2014/main" id="{4EB7F4C9-D3D2-F078-29CE-13988E4771D7}"/>
              </a:ext>
            </a:extLst>
          </p:cNvPr>
          <p:cNvSpPr txBox="1"/>
          <p:nvPr/>
        </p:nvSpPr>
        <p:spPr>
          <a:xfrm>
            <a:off x="80631" y="952624"/>
            <a:ext cx="1100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provides dataset and task description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A218CDC-F6B4-B79D-DF9B-001B3AA652D8}"/>
              </a:ext>
            </a:extLst>
          </p:cNvPr>
          <p:cNvSpPr txBox="1"/>
          <p:nvPr/>
        </p:nvSpPr>
        <p:spPr>
          <a:xfrm>
            <a:off x="2047527" y="121287"/>
            <a:ext cx="848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Dataset is randomly sampled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918317C-ABC8-2F82-1E5B-98F93616BA2B}"/>
              </a:ext>
            </a:extLst>
          </p:cNvPr>
          <p:cNvSpPr txBox="1"/>
          <p:nvPr/>
        </p:nvSpPr>
        <p:spPr>
          <a:xfrm>
            <a:off x="1590302" y="789787"/>
            <a:ext cx="1204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 Pre-transformation data quality report is generated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165DDEA5-878F-8031-A9D9-3FC7EA23D284}"/>
              </a:ext>
            </a:extLst>
          </p:cNvPr>
          <p:cNvSpPr txBox="1"/>
          <p:nvPr/>
        </p:nvSpPr>
        <p:spPr>
          <a:xfrm>
            <a:off x="2934067" y="299357"/>
            <a:ext cx="9024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Plan is generated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46A53AF5-759E-C989-50F8-E95741228102}"/>
              </a:ext>
            </a:extLst>
          </p:cNvPr>
          <p:cNvSpPr txBox="1"/>
          <p:nvPr/>
        </p:nvSpPr>
        <p:spPr>
          <a:xfrm>
            <a:off x="5089060" y="712761"/>
            <a:ext cx="902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Plan is validated for correctness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A9552BC2-6280-7872-DE2C-37F68CDAED40}"/>
              </a:ext>
            </a:extLst>
          </p:cNvPr>
          <p:cNvSpPr txBox="1"/>
          <p:nvPr/>
        </p:nvSpPr>
        <p:spPr>
          <a:xfrm>
            <a:off x="4070250" y="242149"/>
            <a:ext cx="6025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n-GB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CD2AF5E1-9CED-4C18-45E5-53171600795E}"/>
              </a:ext>
            </a:extLst>
          </p:cNvPr>
          <p:cNvSpPr txBox="1"/>
          <p:nvPr/>
        </p:nvSpPr>
        <p:spPr>
          <a:xfrm>
            <a:off x="4001026" y="696400"/>
            <a:ext cx="82658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plan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515DCA41-E938-0824-372C-D8282855DF70}"/>
              </a:ext>
            </a:extLst>
          </p:cNvPr>
          <p:cNvSpPr txBox="1"/>
          <p:nvPr/>
        </p:nvSpPr>
        <p:spPr>
          <a:xfrm>
            <a:off x="3814240" y="1434324"/>
            <a:ext cx="111452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Validated plan is applied to the whole dataset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53FAB40E-47C7-C3B1-F93E-E1AE54018917}"/>
              </a:ext>
            </a:extLst>
          </p:cNvPr>
          <p:cNvSpPr txBox="1"/>
          <p:nvPr/>
        </p:nvSpPr>
        <p:spPr>
          <a:xfrm>
            <a:off x="1753453" y="1520208"/>
            <a:ext cx="112943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Post-transformation data quality report is generated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1895A549-9DF1-F18B-3E8B-94795CF1E86E}"/>
              </a:ext>
            </a:extLst>
          </p:cNvPr>
          <p:cNvSpPr txBox="1"/>
          <p:nvPr/>
        </p:nvSpPr>
        <p:spPr>
          <a:xfrm>
            <a:off x="506421" y="1753252"/>
            <a:ext cx="112943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Artifacts are returned to User, ready for analysis or download</a:t>
            </a:r>
          </a:p>
        </p:txBody>
      </p:sp>
    </p:spTree>
    <p:extLst>
      <p:ext uri="{BB962C8B-B14F-4D97-AF65-F5344CB8AC3E}">
        <p14:creationId xmlns:p14="http://schemas.microsoft.com/office/powerpoint/2010/main" val="332963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</TotalTime>
  <Words>74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PROFIO, MATTIA (UG)</dc:creator>
  <cp:lastModifiedBy>DI PROFIO, MATTIA (UG)</cp:lastModifiedBy>
  <cp:revision>4</cp:revision>
  <dcterms:created xsi:type="dcterms:W3CDTF">2025-09-25T14:35:50Z</dcterms:created>
  <dcterms:modified xsi:type="dcterms:W3CDTF">2025-09-25T21:02:12Z</dcterms:modified>
</cp:coreProperties>
</file>